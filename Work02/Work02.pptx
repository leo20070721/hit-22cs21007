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1308" y="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BBF54B-B7A1-6BC7-125F-4C7EEE1B2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5FF35E-48B2-658D-7277-980B718B8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437610-5700-DB88-7D32-F68405EA7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38D8-07DE-4B47-9DFF-9A3AD669F38A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26564D-1C2E-3E32-888D-A283EDB2F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E9BA3-2E71-B916-7D13-55D9FF95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21C84-8C83-4EED-916D-0E5C1D132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82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17172-1787-2585-41F5-356950069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E47363-8CF9-6EF2-5F91-4E32333F4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2EDB54-6FEE-6432-904A-5544C01DC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38D8-07DE-4B47-9DFF-9A3AD669F38A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40FC3A-E056-D3BF-91BD-D10D403D1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066F28-1934-FD56-2F1B-37534D1BB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21C84-8C83-4EED-916D-0E5C1D132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73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F97B1-570A-BE3A-B83E-66154DE62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9CB113-6693-CE04-F8DC-4708A827C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CE626D-EDA7-4681-DE53-C378F375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38D8-07DE-4B47-9DFF-9A3AD669F38A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426EFA-981A-73A9-E254-5E9EA0BBB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852973-A635-E49D-570A-AE037B937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21C84-8C83-4EED-916D-0E5C1D132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41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B265F-A39A-3EDB-B60B-1ED964A3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7681DC-14D1-A3E0-5CE4-DE71734A33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A7EABB-FDB8-D3F7-F38C-A3DADB214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3515B0-1C6C-0028-EF18-25C49E0F0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38D8-07DE-4B47-9DFF-9A3AD669F38A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0F1661-5F57-0CF1-1172-F756E8186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3BF87A-C50F-0C87-69E1-EFC28EC8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21C84-8C83-4EED-916D-0E5C1D132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973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ED14C-564C-6EE8-FD7D-8CB4EE2DD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29D70B-3B90-6E15-B8C4-FC510E9FE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4A910B-604A-F935-E6CC-DE33C6E55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A61C8F-FDA3-3E7E-3466-E37CB58BA4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5B9EE4-8A60-B236-FBFC-1B513F7C6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E5CF59-4362-42AB-FAB5-B8F063439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38D8-07DE-4B47-9DFF-9A3AD669F38A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326C4B-07D5-0F5B-1723-BCCFBAA5C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EDE7DB-F5D4-4DC0-1627-3BD491FA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21C84-8C83-4EED-916D-0E5C1D132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266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A7D4E-ED36-313B-AA34-3DE79745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51F433-AD29-E27B-4CED-5B46A6CAC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38D8-07DE-4B47-9DFF-9A3AD669F38A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4132CD-8F63-5A3F-2B5C-CA743CC38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EAF6C-5FD4-98E6-F4CB-C02F575EC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21C84-8C83-4EED-916D-0E5C1D132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52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DBD18A-CA5E-63F4-947D-479D84950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38D8-07DE-4B47-9DFF-9A3AD669F38A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A93854-61A2-635F-65B9-FE3956845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5C225C-206D-040D-B076-4157D2134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21C84-8C83-4EED-916D-0E5C1D132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958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A1681-6AFE-96CA-5939-25E8EA894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A84A83-81EA-D785-ABA0-8A65B56C6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AE1A6A-F94E-C9F3-D9BF-925205FA0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C5DAA1-11F6-73A9-E1EC-02B6D7D76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38D8-07DE-4B47-9DFF-9A3AD669F38A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6D1636-A10C-D672-FD1C-B00713400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814BCA-3EA4-CF0F-E84C-85DDFAF25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21C84-8C83-4EED-916D-0E5C1D132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157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99C87D-AA7B-206C-E30A-8ABD2F608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71DAC8F-2223-FE24-41B1-852AA76F10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636752-5477-3531-3870-4FB2F6CEF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855AB4-A4B9-3D9E-2B89-5E45B436C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38D8-07DE-4B47-9DFF-9A3AD669F38A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929E76-DE19-3FA5-BC8F-9E6C7DF3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6B24C-8E6C-10B1-F802-BA216ADC5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21C84-8C83-4EED-916D-0E5C1D132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32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56C86-EC63-9FCF-FE37-8804E3018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25C6E2-65E0-FEDD-3095-0A382E314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65F858-B3C6-B2CF-1E67-FBC9C244D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38D8-07DE-4B47-9DFF-9A3AD669F38A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8BA869-FA14-3549-3B88-B91B92493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72A737-AE7E-E27A-AA46-272BBB190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21C84-8C83-4EED-916D-0E5C1D132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794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5FD250-D2A2-3AC3-842A-049E6AA27A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0E2D9D-EB8E-AB32-9C0B-B0B5AED30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7B5A9D-2028-FBAC-1B88-AD7A0D23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38D8-07DE-4B47-9DFF-9A3AD669F38A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C86557-4FB7-A0AF-B25B-1DB435681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4C7B3A-D367-2EC1-821D-0D14D47A0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21C84-8C83-4EED-916D-0E5C1D132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722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C04308-C757-2107-33F2-9CF3D6682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2F2BE8-D7CF-D85B-78C4-6B283ED6D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12F593-5E00-0D51-31FE-2E38D737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B38D8-07DE-4B47-9DFF-9A3AD669F38A}" type="datetimeFigureOut">
              <a:rPr lang="zh-CN" altLang="en-US" smtClean="0"/>
              <a:t>2026-04-23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DAD3F5-DA1F-CB50-E086-32D6D03C2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2F2B29-7BD5-31B8-5075-210E4D92A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321C84-8C83-4EED-916D-0E5C1D1328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491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90CA6D5-2E86-E47F-7704-292531B7C88B}"/>
              </a:ext>
            </a:extLst>
          </p:cNvPr>
          <p:cNvSpPr/>
          <p:nvPr/>
        </p:nvSpPr>
        <p:spPr>
          <a:xfrm>
            <a:off x="674816" y="526998"/>
            <a:ext cx="4028303" cy="5881816"/>
          </a:xfrm>
          <a:prstGeom prst="rect">
            <a:avLst/>
          </a:prstGeom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F34A56-F207-2423-CBC3-77A2998C9C2D}"/>
              </a:ext>
            </a:extLst>
          </p:cNvPr>
          <p:cNvSpPr txBox="1"/>
          <p:nvPr/>
        </p:nvSpPr>
        <p:spPr>
          <a:xfrm>
            <a:off x="674816" y="526998"/>
            <a:ext cx="3521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GUIBasicTypes.h</a:t>
            </a:r>
            <a:endParaRPr lang="zh-CN" altLang="en-US" sz="32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220610-D171-EAA3-77DC-620CD05405F4}"/>
              </a:ext>
            </a:extLst>
          </p:cNvPr>
          <p:cNvSpPr txBox="1"/>
          <p:nvPr/>
        </p:nvSpPr>
        <p:spPr>
          <a:xfrm>
            <a:off x="798382" y="1111773"/>
            <a:ext cx="3793525" cy="11244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B36470-C537-C8DE-6A29-9E64FF56EF6C}"/>
              </a:ext>
            </a:extLst>
          </p:cNvPr>
          <p:cNvSpPr txBox="1"/>
          <p:nvPr/>
        </p:nvSpPr>
        <p:spPr>
          <a:xfrm>
            <a:off x="798382" y="1166174"/>
            <a:ext cx="35216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Class Text</a:t>
            </a:r>
          </a:p>
          <a:p>
            <a:r>
              <a:rPr lang="en-US" altLang="zh-CN" sz="20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Class </a:t>
            </a:r>
            <a:r>
              <a:rPr lang="en-US" altLang="zh-CN" sz="2000" b="1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Buttom</a:t>
            </a:r>
            <a:endParaRPr lang="en-US" altLang="zh-CN" sz="20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en-US" altLang="zh-CN" sz="20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Class </a:t>
            </a:r>
            <a:r>
              <a:rPr lang="en-US" altLang="zh-CN" sz="2000" b="1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TXTInputBox</a:t>
            </a:r>
            <a:endParaRPr lang="zh-CN" altLang="en-US" sz="20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77B41C-EC4F-18A1-EFF3-5842B1FF1168}"/>
              </a:ext>
            </a:extLst>
          </p:cNvPr>
          <p:cNvSpPr txBox="1"/>
          <p:nvPr/>
        </p:nvSpPr>
        <p:spPr>
          <a:xfrm>
            <a:off x="798381" y="2313181"/>
            <a:ext cx="36946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void </a:t>
            </a:r>
            <a:r>
              <a:rPr lang="en-US" altLang="zh-CN" sz="2000" b="1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init</a:t>
            </a:r>
            <a:r>
              <a:rPr lang="en-US" altLang="zh-CN" sz="20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(int width, int height)</a:t>
            </a:r>
          </a:p>
          <a:p>
            <a:r>
              <a:rPr lang="en-US" altLang="zh-CN" sz="20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void </a:t>
            </a:r>
            <a:r>
              <a:rPr lang="en-US" altLang="zh-CN" sz="2000" b="1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wait_for_escape</a:t>
            </a:r>
            <a:endParaRPr lang="zh-CN" altLang="en-US" sz="20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DD2091C-AE34-4538-EFA1-DA75C7733885}"/>
              </a:ext>
            </a:extLst>
          </p:cNvPr>
          <p:cNvSpPr txBox="1"/>
          <p:nvPr/>
        </p:nvSpPr>
        <p:spPr>
          <a:xfrm>
            <a:off x="1070232" y="3098010"/>
            <a:ext cx="3521675" cy="11244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8B87F8-910A-577C-A693-D03B69CB28FD}"/>
              </a:ext>
            </a:extLst>
          </p:cNvPr>
          <p:cNvSpPr txBox="1"/>
          <p:nvPr/>
        </p:nvSpPr>
        <p:spPr>
          <a:xfrm>
            <a:off x="1070232" y="3160128"/>
            <a:ext cx="3521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Class </a:t>
            </a:r>
            <a:r>
              <a:rPr lang="en-US" altLang="zh-CN" sz="2000" b="1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WindowsType</a:t>
            </a:r>
            <a:endParaRPr lang="zh-CN" altLang="en-US" sz="20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02361A-2B3B-CA39-7BCB-7A3B8EBE5D28}"/>
              </a:ext>
            </a:extLst>
          </p:cNvPr>
          <p:cNvSpPr txBox="1"/>
          <p:nvPr/>
        </p:nvSpPr>
        <p:spPr>
          <a:xfrm>
            <a:off x="1663356" y="4322075"/>
            <a:ext cx="2928551" cy="87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2B57AAA-09CD-87C2-4B12-895C154F0599}"/>
              </a:ext>
            </a:extLst>
          </p:cNvPr>
          <p:cNvSpPr txBox="1"/>
          <p:nvPr/>
        </p:nvSpPr>
        <p:spPr>
          <a:xfrm>
            <a:off x="1638643" y="4361536"/>
            <a:ext cx="2953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Class </a:t>
            </a:r>
            <a:r>
              <a:rPr lang="en-US" altLang="zh-CN" sz="2000" b="1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WindowsControl</a:t>
            </a:r>
            <a:endParaRPr lang="zh-CN" altLang="en-US" sz="20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A016BEA7-D66F-5862-FEB9-003886030B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0255" y="2654361"/>
            <a:ext cx="1503518" cy="667269"/>
          </a:xfrm>
          <a:prstGeom prst="bentConnector3">
            <a:avLst>
              <a:gd name="adj1" fmla="val 100133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658404B2-5CF4-D91B-772C-035E088FEB9E}"/>
              </a:ext>
            </a:extLst>
          </p:cNvPr>
          <p:cNvCxnSpPr>
            <a:cxnSpLocks/>
          </p:cNvCxnSpPr>
          <p:nvPr/>
        </p:nvCxnSpPr>
        <p:spPr>
          <a:xfrm>
            <a:off x="1070231" y="4222475"/>
            <a:ext cx="827907" cy="641748"/>
          </a:xfrm>
          <a:prstGeom prst="bentConnector3">
            <a:avLst>
              <a:gd name="adj1" fmla="val 747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3F0A5A6-A231-EF68-3FD9-E12819B967A8}"/>
              </a:ext>
            </a:extLst>
          </p:cNvPr>
          <p:cNvSpPr txBox="1"/>
          <p:nvPr/>
        </p:nvSpPr>
        <p:spPr>
          <a:xfrm>
            <a:off x="1663356" y="5336913"/>
            <a:ext cx="2928551" cy="875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A7178FC-974A-D763-DD43-C7EB6CBE2930}"/>
              </a:ext>
            </a:extLst>
          </p:cNvPr>
          <p:cNvSpPr txBox="1"/>
          <p:nvPr/>
        </p:nvSpPr>
        <p:spPr>
          <a:xfrm>
            <a:off x="1638643" y="5376374"/>
            <a:ext cx="2953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Class </a:t>
            </a:r>
            <a:r>
              <a:rPr lang="en-US" altLang="zh-CN" sz="2000" b="1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MsgProcessor</a:t>
            </a:r>
            <a:endParaRPr lang="zh-CN" altLang="en-US" sz="20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AA21FB8-C514-A644-8C0D-D3A2EA5575B8}"/>
              </a:ext>
            </a:extLst>
          </p:cNvPr>
          <p:cNvSpPr txBox="1"/>
          <p:nvPr/>
        </p:nvSpPr>
        <p:spPr>
          <a:xfrm>
            <a:off x="1898138" y="5874189"/>
            <a:ext cx="2533135" cy="291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2000" b="0" dirty="0"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bool </a:t>
            </a:r>
            <a:r>
              <a:rPr lang="en-US" altLang="zh-CN" sz="2000" b="0" dirty="0" err="1">
                <a:effectLst/>
                <a:latin typeface="HarmonyOS Sans SC" panose="00000500000000000000" pitchFamily="2" charset="-122"/>
                <a:ea typeface="HarmonyOS Sans SC" panose="00000500000000000000" pitchFamily="2" charset="-122"/>
              </a:rPr>
              <a:t>checkMsg</a:t>
            </a:r>
            <a:endParaRPr lang="en-US" altLang="zh-CN" sz="2000" b="0" dirty="0">
              <a:effectLst/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5A85F156-8A89-114F-64EE-F50EF800768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94394" y="5286045"/>
            <a:ext cx="757154" cy="580769"/>
          </a:xfrm>
          <a:prstGeom prst="bentConnector3">
            <a:avLst>
              <a:gd name="adj1" fmla="val 99901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ECA77F7-F37C-AE15-F9A7-F74A960C45F7}"/>
              </a:ext>
            </a:extLst>
          </p:cNvPr>
          <p:cNvCxnSpPr>
            <a:cxnSpLocks/>
          </p:cNvCxnSpPr>
          <p:nvPr/>
        </p:nvCxnSpPr>
        <p:spPr>
          <a:xfrm>
            <a:off x="1070231" y="5974192"/>
            <a:ext cx="90822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9D295226-AB93-B7D5-6B73-D47FCC9CFE06}"/>
              </a:ext>
            </a:extLst>
          </p:cNvPr>
          <p:cNvSpPr/>
          <p:nvPr/>
        </p:nvSpPr>
        <p:spPr>
          <a:xfrm>
            <a:off x="5981359" y="563390"/>
            <a:ext cx="4028303" cy="2457678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8F875F4-E1E1-D2DB-5496-103EADF678D1}"/>
              </a:ext>
            </a:extLst>
          </p:cNvPr>
          <p:cNvSpPr txBox="1"/>
          <p:nvPr/>
        </p:nvSpPr>
        <p:spPr>
          <a:xfrm>
            <a:off x="5981359" y="579753"/>
            <a:ext cx="3521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GUIWindows.cpp</a:t>
            </a:r>
            <a:endParaRPr lang="zh-CN" altLang="en-US" sz="32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544591E-C291-DEF9-DAFE-0A98BCFABB52}"/>
              </a:ext>
            </a:extLst>
          </p:cNvPr>
          <p:cNvSpPr/>
          <p:nvPr/>
        </p:nvSpPr>
        <p:spPr>
          <a:xfrm>
            <a:off x="5981359" y="3592533"/>
            <a:ext cx="4204041" cy="2702077"/>
          </a:xfrm>
          <a:prstGeom prst="rect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3DBB562-E45A-C824-5B7D-4106AB05990C}"/>
              </a:ext>
            </a:extLst>
          </p:cNvPr>
          <p:cNvSpPr txBox="1"/>
          <p:nvPr/>
        </p:nvSpPr>
        <p:spPr>
          <a:xfrm>
            <a:off x="5981359" y="3609956"/>
            <a:ext cx="3521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main.cpp</a:t>
            </a:r>
            <a:endParaRPr lang="zh-CN" altLang="en-US" sz="32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9408084-7AFF-B8A9-E76E-ED10BBE61B2C}"/>
              </a:ext>
            </a:extLst>
          </p:cNvPr>
          <p:cNvSpPr txBox="1"/>
          <p:nvPr/>
        </p:nvSpPr>
        <p:spPr>
          <a:xfrm>
            <a:off x="6204463" y="1657056"/>
            <a:ext cx="3428318" cy="1124465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B3059CA-332A-E340-31DB-1BE889DFDCAB}"/>
              </a:ext>
            </a:extLst>
          </p:cNvPr>
          <p:cNvSpPr txBox="1"/>
          <p:nvPr/>
        </p:nvSpPr>
        <p:spPr>
          <a:xfrm>
            <a:off x="6234671" y="1711456"/>
            <a:ext cx="35216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Class </a:t>
            </a:r>
            <a:r>
              <a:rPr lang="en-US" altLang="zh-CN" sz="2000" b="1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Windows_Final</a:t>
            </a:r>
            <a:endParaRPr lang="en-US" altLang="zh-CN" sz="20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en-US" altLang="zh-CN" sz="20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Class </a:t>
            </a:r>
            <a:r>
              <a:rPr lang="en-US" altLang="zh-CN" sz="2000" b="1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Windows_Game</a:t>
            </a:r>
            <a:endParaRPr lang="en-US" altLang="zh-CN" sz="20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en-US" altLang="zh-CN" sz="20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Class </a:t>
            </a:r>
            <a:r>
              <a:rPr lang="en-US" altLang="zh-CN" sz="2000" b="1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Windows_Index</a:t>
            </a:r>
            <a:endParaRPr lang="zh-CN" altLang="en-US" sz="20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9F7ED6D2-7983-9CAD-5426-8E4320EA07A2}"/>
              </a:ext>
            </a:extLst>
          </p:cNvPr>
          <p:cNvCxnSpPr>
            <a:stCxn id="9" idx="3"/>
            <a:endCxn id="51" idx="1"/>
          </p:cNvCxnSpPr>
          <p:nvPr/>
        </p:nvCxnSpPr>
        <p:spPr>
          <a:xfrm flipV="1">
            <a:off x="4591907" y="2219288"/>
            <a:ext cx="1642764" cy="1440955"/>
          </a:xfrm>
          <a:prstGeom prst="bentConnector3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5C4D34B4-6F0C-C080-5217-FD51D5BFC1DC}"/>
              </a:ext>
            </a:extLst>
          </p:cNvPr>
          <p:cNvCxnSpPr/>
          <p:nvPr/>
        </p:nvCxnSpPr>
        <p:spPr>
          <a:xfrm>
            <a:off x="4703119" y="901700"/>
            <a:ext cx="1278240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9795DCC2-1D6D-784F-6844-D9DF49D165D6}"/>
              </a:ext>
            </a:extLst>
          </p:cNvPr>
          <p:cNvSpPr txBox="1"/>
          <p:nvPr/>
        </p:nvSpPr>
        <p:spPr>
          <a:xfrm>
            <a:off x="6253205" y="1153819"/>
            <a:ext cx="2420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mainWindows</a:t>
            </a:r>
            <a:endParaRPr lang="zh-CN" altLang="en-US" sz="20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57365512-EA91-FA02-F4C1-67E337BD61B0}"/>
              </a:ext>
            </a:extLst>
          </p:cNvPr>
          <p:cNvCxnSpPr>
            <a:stCxn id="11" idx="3"/>
            <a:endCxn id="59" idx="1"/>
          </p:cNvCxnSpPr>
          <p:nvPr/>
        </p:nvCxnSpPr>
        <p:spPr>
          <a:xfrm flipV="1">
            <a:off x="4591907" y="1353874"/>
            <a:ext cx="1661298" cy="3406090"/>
          </a:xfrm>
          <a:prstGeom prst="bentConnector3">
            <a:avLst>
              <a:gd name="adj1" fmla="val 30888"/>
            </a:avLst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08DC9468-CC98-F9DA-C650-1CFDFF6FB715}"/>
              </a:ext>
            </a:extLst>
          </p:cNvPr>
          <p:cNvCxnSpPr>
            <a:cxnSpLocks/>
          </p:cNvCxnSpPr>
          <p:nvPr/>
        </p:nvCxnSpPr>
        <p:spPr>
          <a:xfrm>
            <a:off x="6080125" y="3056185"/>
            <a:ext cx="0" cy="553771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56B24288-3869-AFE6-F97A-23A5296FBB90}"/>
              </a:ext>
            </a:extLst>
          </p:cNvPr>
          <p:cNvSpPr txBox="1"/>
          <p:nvPr/>
        </p:nvSpPr>
        <p:spPr>
          <a:xfrm>
            <a:off x="6075228" y="4277292"/>
            <a:ext cx="2420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ExMessage</a:t>
            </a:r>
            <a:r>
              <a:rPr lang="en-US" altLang="zh-CN" sz="20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 msg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1DB4C69-7E0A-391D-D911-1D87ED983AA7}"/>
              </a:ext>
            </a:extLst>
          </p:cNvPr>
          <p:cNvSpPr txBox="1"/>
          <p:nvPr/>
        </p:nvSpPr>
        <p:spPr>
          <a:xfrm>
            <a:off x="6304697" y="4634003"/>
            <a:ext cx="1778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latin typeface="HarmonyOS Sans SC" panose="00000500000000000000" pitchFamily="2" charset="-122"/>
                <a:ea typeface="HarmonyOS Sans SC" panose="00000500000000000000" pitchFamily="2" charset="-122"/>
              </a:rPr>
              <a:t>msgProcessor</a:t>
            </a:r>
            <a:endParaRPr lang="en-US" altLang="zh-CN" sz="18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918A3470-A849-86AD-0A54-EFCBD39D4C11}"/>
              </a:ext>
            </a:extLst>
          </p:cNvPr>
          <p:cNvCxnSpPr>
            <a:stCxn id="24" idx="3"/>
            <a:endCxn id="17" idx="1"/>
          </p:cNvCxnSpPr>
          <p:nvPr/>
        </p:nvCxnSpPr>
        <p:spPr>
          <a:xfrm flipV="1">
            <a:off x="4591907" y="4818669"/>
            <a:ext cx="1712790" cy="956133"/>
          </a:xfrm>
          <a:prstGeom prst="bentConnector3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803044FF-0893-E187-BFF4-A3C8B5425D6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58005" y="2520667"/>
            <a:ext cx="3983036" cy="1649454"/>
          </a:xfrm>
          <a:prstGeom prst="bentConnector3">
            <a:avLst>
              <a:gd name="adj1" fmla="val 100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46B5BB82-805E-05AD-CDBA-85970419B6A6}"/>
              </a:ext>
            </a:extLst>
          </p:cNvPr>
          <p:cNvSpPr txBox="1"/>
          <p:nvPr/>
        </p:nvSpPr>
        <p:spPr>
          <a:xfrm>
            <a:off x="6174255" y="5041924"/>
            <a:ext cx="3428318" cy="112446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676181D-789A-7DA2-D59B-A0BFF1695948}"/>
              </a:ext>
            </a:extLst>
          </p:cNvPr>
          <p:cNvSpPr txBox="1"/>
          <p:nvPr/>
        </p:nvSpPr>
        <p:spPr>
          <a:xfrm>
            <a:off x="6204463" y="5096324"/>
            <a:ext cx="3521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int main</a:t>
            </a:r>
            <a:endParaRPr lang="zh-CN" altLang="en-US" sz="20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7373D7A1-56B1-946B-656C-D3B1A0E2ED5D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96888" y="5336911"/>
            <a:ext cx="2477364" cy="571465"/>
          </a:xfrm>
          <a:prstGeom prst="bentConnector3">
            <a:avLst>
              <a:gd name="adj1" fmla="val -39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CA93CA7D-9F49-6DD2-908A-375E975C06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91948" y="3734931"/>
            <a:ext cx="3166082" cy="753042"/>
          </a:xfrm>
          <a:prstGeom prst="bentConnector3">
            <a:avLst>
              <a:gd name="adj1" fmla="val -9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461B75E-88AE-6733-9612-C9E16CA44CFB}"/>
              </a:ext>
            </a:extLst>
          </p:cNvPr>
          <p:cNvCxnSpPr/>
          <p:nvPr/>
        </p:nvCxnSpPr>
        <p:spPr>
          <a:xfrm flipH="1">
            <a:off x="7396888" y="5694493"/>
            <a:ext cx="2354622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658827EE-E024-C091-02D7-4D539E9C58BD}"/>
              </a:ext>
            </a:extLst>
          </p:cNvPr>
          <p:cNvCxnSpPr>
            <a:cxnSpLocks/>
          </p:cNvCxnSpPr>
          <p:nvPr/>
        </p:nvCxnSpPr>
        <p:spPr>
          <a:xfrm flipH="1">
            <a:off x="7929033" y="4818669"/>
            <a:ext cx="1945217" cy="757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214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56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HarmonyOS Sans SC</vt:lpstr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宇轩 刘</dc:creator>
  <cp:lastModifiedBy>宇轩 刘</cp:lastModifiedBy>
  <cp:revision>9</cp:revision>
  <dcterms:created xsi:type="dcterms:W3CDTF">2026-04-22T16:17:20Z</dcterms:created>
  <dcterms:modified xsi:type="dcterms:W3CDTF">2026-04-22T16:39:57Z</dcterms:modified>
</cp:coreProperties>
</file>